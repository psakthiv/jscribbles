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Automated Playwright Test Case Generation from Dynatrace User Sessions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Leveraging AI to transform real user behavior into executable test scripts</a:t>
            </a:r>
          </a:p>
          <a:p/>
          <a:p>
            <a:r>
              <a:t>Presented by: Your Name – JPMC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test case creation is time-consuming and error-prone</a:t>
            </a:r>
          </a:p>
          <a:p>
            <a:r>
              <a:t>• Test coverage often misses real-world user journeys</a:t>
            </a:r>
          </a:p>
          <a:p>
            <a:r>
              <a:t>• Developers lack quick, automated insights from production user sessions</a:t>
            </a:r>
          </a:p>
          <a:p/>
          <a:p>
            <a:r>
              <a:t>Goal: Automate test case generation using actual Dynatrace session data and LLM-driven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Proposed Workflow:</a:t>
            </a:r>
          </a:p>
          <a:p>
            <a:r>
              <a:t>1. Monitor user activity via Dynatrace sessions</a:t>
            </a:r>
          </a:p>
          <a:p>
            <a:r>
              <a:t>2. Extract frequently traversed user paths</a:t>
            </a:r>
          </a:p>
          <a:p>
            <a:r>
              <a:t>3. Download session data as JSON</a:t>
            </a:r>
          </a:p>
          <a:p>
            <a:r>
              <a:t>4. Feed JSON to LLMSuite API (organization’s internal ChatGPT) → Generates Playwright test prompt</a:t>
            </a:r>
          </a:p>
          <a:p>
            <a:r>
              <a:t>5. Send prompt to Playwright MCP → Produces automated Playwright test cases</a:t>
            </a:r>
          </a:p>
          <a:p/>
          <a:p>
            <a:r>
              <a:t>Outcome: Seamless bridge from production monitoring → AI → automated test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 Flow:</a:t>
            </a:r>
          </a:p>
          <a:p>
            <a:r>
              <a:t>Dynatrace Session → User Path Analyzer → Session JSON → LLMSuite API → Playwright MCP → Automated Test Cases</a:t>
            </a:r>
          </a:p>
          <a:p/>
          <a:p>
            <a:r>
              <a:t>Key Technologies:</a:t>
            </a:r>
          </a:p>
          <a:p>
            <a:r>
              <a:t>• Dynatrace API</a:t>
            </a:r>
          </a:p>
          <a:p>
            <a:r>
              <a:t>• LLMSuite (Internal GPT)</a:t>
            </a:r>
          </a:p>
          <a:p>
            <a:r>
              <a:t>• Playwright MCP</a:t>
            </a:r>
          </a:p>
          <a:p>
            <a:r>
              <a:t>• Node.js / Python (for integration)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Faster Test Creation – From hours to minutes</a:t>
            </a:r>
          </a:p>
          <a:p>
            <a:r>
              <a:t>✅ Better Coverage – Based on real user flows</a:t>
            </a:r>
          </a:p>
          <a:p>
            <a:r>
              <a:t>✅ AI-Assisted Accuracy – Fewer human errors</a:t>
            </a:r>
          </a:p>
          <a:p>
            <a:r>
              <a:t>✅ Continuous Testing Integration – Automated pipelines possible</a:t>
            </a:r>
          </a:p>
          <a:p/>
          <a:p>
            <a:r>
              <a:t>Future Enhancements:</a:t>
            </a:r>
          </a:p>
          <a:p>
            <a:r>
              <a:t>• Integrate with CI/CD</a:t>
            </a:r>
          </a:p>
          <a:p>
            <a:r>
              <a:t>• Add test case prioritization based on session frequency</a:t>
            </a:r>
          </a:p>
          <a:p>
            <a:r>
              <a:t>• Build dashboard for test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/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 Highlights:</a:t>
            </a:r>
          </a:p>
          <a:p>
            <a:r>
              <a:t>• JSON extraction from Dynatrace</a:t>
            </a:r>
          </a:p>
          <a:p>
            <a:r>
              <a:t>• Prompt generation through LLMSuite</a:t>
            </a:r>
          </a:p>
          <a:p>
            <a:r>
              <a:t>• Auto-generated Playwright script</a:t>
            </a:r>
          </a:p>
          <a:p/>
          <a:p>
            <a:r>
              <a:t>Next Steps:</a:t>
            </a:r>
          </a:p>
          <a:p>
            <a:r>
              <a:t>• Validate generated tests</a:t>
            </a:r>
          </a:p>
          <a:p>
            <a:r>
              <a:t>• Expand to multiple applications</a:t>
            </a:r>
          </a:p>
          <a:p>
            <a:r>
              <a:t>• Incorporate feedback loops to fine-tune prompts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